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79" r:id="rId6"/>
    <p:sldId id="280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</p:sldIdLst>
  <p:sldSz cx="9144000" cy="6858000" type="screen4x3"/>
  <p:notesSz cx="6858000" cy="9144000"/>
  <p:defaultTextStyle>
    <a:defPPr>
      <a:defRPr lang="es-E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1144651-563E-4247-B3AC-CEB618BF3136}" v="7" dt="2022-01-03T14:22:52.8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57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HAELA-ANA LUPEA" userId="S::mihaela.lupea@ubbcluj.ro::867230c0-1d89-4650-82fd-1d1bb4e91f48" providerId="AD" clId="Web-{11144651-563E-4247-B3AC-CEB618BF3136}"/>
    <pc:docChg chg="modSld">
      <pc:chgData name="MIHAELA-ANA LUPEA" userId="S::mihaela.lupea@ubbcluj.ro::867230c0-1d89-4650-82fd-1d1bb4e91f48" providerId="AD" clId="Web-{11144651-563E-4247-B3AC-CEB618BF3136}" dt="2022-01-03T14:22:52.801" v="6" actId="1076"/>
      <pc:docMkLst>
        <pc:docMk/>
      </pc:docMkLst>
      <pc:sldChg chg="addSp delSp modSp">
        <pc:chgData name="MIHAELA-ANA LUPEA" userId="S::mihaela.lupea@ubbcluj.ro::867230c0-1d89-4650-82fd-1d1bb4e91f48" providerId="AD" clId="Web-{11144651-563E-4247-B3AC-CEB618BF3136}" dt="2022-01-03T14:22:52.801" v="6" actId="1076"/>
        <pc:sldMkLst>
          <pc:docMk/>
          <pc:sldMk cId="52273611" sldId="271"/>
        </pc:sldMkLst>
        <pc:picChg chg="del">
          <ac:chgData name="MIHAELA-ANA LUPEA" userId="S::mihaela.lupea@ubbcluj.ro::867230c0-1d89-4650-82fd-1d1bb4e91f48" providerId="AD" clId="Web-{11144651-563E-4247-B3AC-CEB618BF3136}" dt="2022-01-03T14:22:24.441" v="0"/>
          <ac:picMkLst>
            <pc:docMk/>
            <pc:sldMk cId="52273611" sldId="271"/>
            <ac:picMk id="5" creationId="{00000000-0000-0000-0000-000000000000}"/>
          </ac:picMkLst>
        </pc:picChg>
        <pc:picChg chg="add mod">
          <ac:chgData name="MIHAELA-ANA LUPEA" userId="S::mihaela.lupea@ubbcluj.ro::867230c0-1d89-4650-82fd-1d1bb4e91f48" providerId="AD" clId="Web-{11144651-563E-4247-B3AC-CEB618BF3136}" dt="2022-01-03T14:22:52.801" v="6" actId="1076"/>
          <ac:picMkLst>
            <pc:docMk/>
            <pc:sldMk cId="52273611" sldId="271"/>
            <ac:picMk id="7" creationId="{FBB9E485-3B32-459A-95C0-394503759F12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B40EB9E-C430-48A7-AFC2-28A079AD9244}" type="slidenum">
              <a:rPr lang="es-ES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635294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A167A06-91AB-470A-AF71-0DCB16A3AD55}" type="slidenum">
              <a:rPr lang="es-ES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483454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57F0088-56CA-492A-9CCB-E338D65B8620}" type="slidenum">
              <a:rPr lang="es-ES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191024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83B2078-F94F-48F9-914F-8C13A76656F6}" type="slidenum">
              <a:rPr lang="es-ES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01078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C799F08-3039-4B31-94BB-768E368554D2}" type="slidenum">
              <a:rPr lang="es-ES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890709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4C4560C-2F36-4213-AD0A-87AAF6AEF93B}" type="slidenum">
              <a:rPr lang="es-ES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43701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9A1BEE0-4333-4C0A-8FB6-16B580D9BE1C}" type="slidenum">
              <a:rPr lang="es-ES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398102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DCC54F5-88C1-4D4A-8049-840D8F7797BE}" type="slidenum">
              <a:rPr lang="es-ES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654587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F1050F8-EC14-40C1-B601-BCC4B626F737}" type="slidenum">
              <a:rPr lang="es-ES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723117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CB9355A-FCEF-4D12-9F7D-E09A9306E1D2}" type="slidenum">
              <a:rPr lang="es-ES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757849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D2823C7-9DA1-45AA-9246-A8B4F97B31EC}" type="slidenum">
              <a:rPr lang="es-ES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212700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/>
              <a:t>Haga clic para cambiar el estilo de título	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s-E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s-E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D0801A67-5BF9-49DF-87E1-6EAA674D96DF}" type="slidenum">
              <a:rPr lang="es-ES"/>
              <a:pPr/>
              <a:t>‹#›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3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3" name="Rectangle 25"/>
          <p:cNvSpPr>
            <a:spLocks noGrp="1" noChangeArrowheads="1"/>
          </p:cNvSpPr>
          <p:nvPr>
            <p:ph type="ctrTitle"/>
          </p:nvPr>
        </p:nvSpPr>
        <p:spPr>
          <a:xfrm>
            <a:off x="611188" y="1268413"/>
            <a:ext cx="7772400" cy="1470025"/>
          </a:xfrm>
        </p:spPr>
        <p:txBody>
          <a:bodyPr anchor="ctr"/>
          <a:lstStyle/>
          <a:p>
            <a:r>
              <a:rPr lang="en-US" sz="440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Quine-Mc’Clusky’s</a:t>
            </a:r>
            <a:r>
              <a:rPr lang="en-US" sz="44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</a:t>
            </a:r>
            <a:br>
              <a:rPr lang="en-US" sz="44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44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and  </a:t>
            </a:r>
            <a:r>
              <a:rPr lang="en-US" sz="440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Moisil’s</a:t>
            </a:r>
            <a:r>
              <a:rPr lang="en-US" sz="44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sz="44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44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simplification methods</a:t>
            </a:r>
            <a:endParaRPr lang="es-ES" sz="4400">
              <a:solidFill>
                <a:schemeClr val="tx1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12175" y="0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837" y="535076"/>
            <a:ext cx="8321707" cy="41948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287" y="5979782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57141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530" y="507330"/>
            <a:ext cx="6802492" cy="46299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161590" y="1014407"/>
            <a:ext cx="184940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/>
              <a:t>General</a:t>
            </a:r>
          </a:p>
          <a:p>
            <a:r>
              <a:rPr lang="en-US" sz="2000" b="1" dirty="0"/>
              <a:t>Simplification </a:t>
            </a:r>
          </a:p>
          <a:p>
            <a:r>
              <a:rPr lang="en-US" sz="2000" b="1" dirty="0"/>
              <a:t>Algorithm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460728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74181" y="758911"/>
            <a:ext cx="2664296" cy="1143000"/>
          </a:xfrm>
        </p:spPr>
        <p:txBody>
          <a:bodyPr/>
          <a:lstStyle/>
          <a:p>
            <a:r>
              <a:rPr lang="en-US" b="1" dirty="0"/>
              <a:t>Quine’s method</a:t>
            </a:r>
            <a:endParaRPr lang="en-US" dirty="0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526154"/>
            <a:ext cx="6982691" cy="4785678"/>
          </a:xfrm>
          <a:prstGeom prst="rect">
            <a:avLst/>
          </a:prstGeom>
          <a:noFill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107" y="6013033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61283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828600" y="4725144"/>
            <a:ext cx="8229600" cy="1143000"/>
          </a:xfrm>
        </p:spPr>
        <p:txBody>
          <a:bodyPr/>
          <a:lstStyle/>
          <a:p>
            <a:r>
              <a:rPr lang="en-US" sz="3200" b="1" u="sng" err="1"/>
              <a:t>Quine’s</a:t>
            </a:r>
            <a:r>
              <a:rPr lang="en-US" sz="3200" b="1" u="sng"/>
              <a:t> Method </a:t>
            </a:r>
            <a:r>
              <a:rPr lang="en-US" sz="3200" b="1"/>
              <a:t>–description (I)</a:t>
            </a:r>
            <a:endParaRPr lang="en-US" sz="320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474079"/>
            <a:ext cx="8820365" cy="4134794"/>
          </a:xfrm>
          <a:prstGeom prst="rect">
            <a:avLst/>
          </a:prstGeom>
          <a:noFill/>
        </p:spPr>
      </p:pic>
      <p:pic>
        <p:nvPicPr>
          <p:cNvPr id="5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39" y="608416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75674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900608" y="5085184"/>
            <a:ext cx="8229600" cy="1143000"/>
          </a:xfrm>
        </p:spPr>
        <p:txBody>
          <a:bodyPr/>
          <a:lstStyle/>
          <a:p>
            <a:r>
              <a:rPr lang="en-US" sz="3200" b="1" u="sng" err="1"/>
              <a:t>Quine’s</a:t>
            </a:r>
            <a:r>
              <a:rPr lang="en-US" sz="3200" b="1" u="sng"/>
              <a:t> Method </a:t>
            </a:r>
            <a:r>
              <a:rPr lang="en-US" sz="3200" b="1"/>
              <a:t>–description (II)</a:t>
            </a:r>
            <a:endParaRPr lang="en-US" sz="3200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82633" y="449133"/>
            <a:ext cx="8001000" cy="4315409"/>
          </a:xfrm>
          <a:prstGeom prst="rect">
            <a:avLst/>
          </a:prstGeom>
          <a:noFill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2841" y="15522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58373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900608" y="5229200"/>
            <a:ext cx="8229600" cy="1143000"/>
          </a:xfrm>
        </p:spPr>
        <p:txBody>
          <a:bodyPr/>
          <a:lstStyle/>
          <a:p>
            <a:r>
              <a:rPr lang="en-US" sz="3200" b="1" u="sng" err="1"/>
              <a:t>Quine’s</a:t>
            </a:r>
            <a:r>
              <a:rPr lang="en-US" sz="3200" b="1" u="sng"/>
              <a:t> Method </a:t>
            </a:r>
            <a:r>
              <a:rPr lang="en-US" sz="3200" b="1"/>
              <a:t>–description (III)</a:t>
            </a:r>
            <a:endParaRPr lang="en-US" sz="3200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980" y="548893"/>
            <a:ext cx="7677150" cy="426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12175" y="0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29600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38355"/>
            <a:ext cx="8229600" cy="1143000"/>
          </a:xfrm>
        </p:spPr>
        <p:txBody>
          <a:bodyPr/>
          <a:lstStyle/>
          <a:p>
            <a:r>
              <a:rPr lang="en-US" sz="2800" b="1" u="sng"/>
              <a:t>Example 1</a:t>
            </a:r>
            <a:r>
              <a:rPr lang="en-US" sz="2800"/>
              <a:t>. Simplify the Boolean Function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7211" y="26807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0" y="1071702"/>
            <a:ext cx="5181600" cy="33337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1628800"/>
            <a:ext cx="6300192" cy="4648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7223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828600" y="5445224"/>
            <a:ext cx="8229600" cy="1143000"/>
          </a:xfrm>
        </p:spPr>
        <p:txBody>
          <a:bodyPr/>
          <a:lstStyle/>
          <a:p>
            <a:r>
              <a:rPr lang="en-US" sz="3200" b="1" u="sng"/>
              <a:t>Example 1 (contd.)</a:t>
            </a:r>
            <a:endParaRPr lang="en-US" sz="3200"/>
          </a:p>
        </p:txBody>
      </p:sp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24738"/>
            <a:ext cx="7643813" cy="47971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8424" y="0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13248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764704"/>
          </a:xfrm>
        </p:spPr>
        <p:txBody>
          <a:bodyPr/>
          <a:lstStyle/>
          <a:p>
            <a:r>
              <a:rPr lang="en-US" sz="2400" b="1" u="sng" dirty="0"/>
              <a:t>Example 2</a:t>
            </a:r>
            <a:r>
              <a:rPr lang="en-US" sz="2400" dirty="0"/>
              <a:t>. Simplify the Boolean Function</a:t>
            </a: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69119" y="764704"/>
            <a:ext cx="7696200" cy="4104456"/>
          </a:xfrm>
          <a:prstGeom prst="rect">
            <a:avLst/>
          </a:prstGeom>
          <a:noFill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12175" y="0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00454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11787" y="369629"/>
            <a:ext cx="8229600" cy="562074"/>
          </a:xfrm>
        </p:spPr>
        <p:txBody>
          <a:bodyPr/>
          <a:lstStyle/>
          <a:p>
            <a:r>
              <a:rPr lang="en-US" sz="2400" b="1" u="sng" dirty="0"/>
              <a:t>Example 2 – Factorization process</a:t>
            </a:r>
            <a:endParaRPr lang="en-US" sz="2400" dirty="0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251854" y="1254378"/>
            <a:ext cx="5029200" cy="4453753"/>
          </a:xfrm>
          <a:prstGeom prst="rect">
            <a:avLst/>
          </a:prstGeom>
          <a:noFill/>
        </p:spPr>
      </p:pic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65" y="856247"/>
            <a:ext cx="45593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3805" y="5708131"/>
            <a:ext cx="6480720" cy="544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12175" y="650666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25859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8058"/>
          </a:xfrm>
        </p:spPr>
        <p:txBody>
          <a:bodyPr/>
          <a:lstStyle/>
          <a:p>
            <a:r>
              <a:rPr lang="en-US" sz="2800" b="1" u="sng" dirty="0"/>
              <a:t>Example 2 (contd.)</a:t>
            </a:r>
            <a:endParaRPr lang="en-US" sz="2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701" y="1124744"/>
            <a:ext cx="8020050" cy="367240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60" y="5229200"/>
            <a:ext cx="5505450" cy="1152525"/>
          </a:xfrm>
          <a:prstGeom prst="rect">
            <a:avLst/>
          </a:prstGeom>
        </p:spPr>
      </p:pic>
      <p:pic>
        <p:nvPicPr>
          <p:cNvPr id="6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12175" y="0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/>
          <p:cNvSpPr/>
          <p:nvPr/>
        </p:nvSpPr>
        <p:spPr>
          <a:xfrm>
            <a:off x="333174" y="692696"/>
            <a:ext cx="27494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Correspondence </a:t>
            </a:r>
            <a:r>
              <a:rPr lang="en-US" b="1" dirty="0" smtClean="0"/>
              <a:t>table</a:t>
            </a:r>
            <a:r>
              <a:rPr lang="en-US" dirty="0" smtClean="0"/>
              <a:t>: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8032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512981"/>
            <a:ext cx="8229600" cy="562074"/>
          </a:xfrm>
        </p:spPr>
        <p:txBody>
          <a:bodyPr/>
          <a:lstStyle/>
          <a:p>
            <a:r>
              <a:rPr lang="en-US" sz="2800" b="1" u="sng" dirty="0"/>
              <a:t>Example 3. </a:t>
            </a:r>
            <a:r>
              <a:rPr lang="en-US" sz="2800" dirty="0"/>
              <a:t>Simplify the Boolean Function</a:t>
            </a:r>
          </a:p>
        </p:txBody>
      </p:sp>
      <p:pic>
        <p:nvPicPr>
          <p:cNvPr id="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42438" y="1144721"/>
            <a:ext cx="8153400" cy="3608275"/>
          </a:xfrm>
          <a:prstGeom prst="rect">
            <a:avLst/>
          </a:prstGeom>
          <a:noFill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5838" y="1856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26871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378624"/>
            <a:ext cx="8296275" cy="36274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-127729"/>
            <a:ext cx="8229600" cy="1008113"/>
          </a:xfrm>
        </p:spPr>
        <p:txBody>
          <a:bodyPr/>
          <a:lstStyle/>
          <a:p>
            <a:endParaRPr lang="en-US" sz="2400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709" y="284887"/>
            <a:ext cx="7704856" cy="47751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/>
          <p:cNvSpPr/>
          <p:nvPr/>
        </p:nvSpPr>
        <p:spPr>
          <a:xfrm>
            <a:off x="5029200" y="2204790"/>
            <a:ext cx="39677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u="sng" dirty="0"/>
              <a:t>Example </a:t>
            </a:r>
            <a:r>
              <a:rPr lang="en-US" b="1" dirty="0"/>
              <a:t>3 – Factorization process</a:t>
            </a:r>
            <a:endParaRPr lang="en-US" dirty="0"/>
          </a:p>
        </p:txBody>
      </p:sp>
      <p:pic>
        <p:nvPicPr>
          <p:cNvPr id="7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12175" y="3233423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729322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7815" y="275099"/>
            <a:ext cx="8229600" cy="791947"/>
          </a:xfrm>
        </p:spPr>
        <p:txBody>
          <a:bodyPr/>
          <a:lstStyle/>
          <a:p>
            <a:r>
              <a:rPr lang="en-US" sz="2800" b="1" u="sng" dirty="0"/>
              <a:t>Example </a:t>
            </a:r>
            <a:r>
              <a:rPr lang="en-US" sz="2800" b="1" dirty="0"/>
              <a:t>3 – Central </a:t>
            </a:r>
            <a:r>
              <a:rPr lang="en-US" sz="2800" b="1" dirty="0" err="1"/>
              <a:t>Monoms</a:t>
            </a:r>
            <a:endParaRPr lang="en-US" sz="28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815" y="948372"/>
            <a:ext cx="8201025" cy="71437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815" y="1721876"/>
            <a:ext cx="6219825" cy="3895725"/>
          </a:xfrm>
          <a:prstGeom prst="rect">
            <a:avLst/>
          </a:prstGeom>
        </p:spPr>
      </p:pic>
      <p:pic>
        <p:nvPicPr>
          <p:cNvPr id="6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12175" y="0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xmlns="" id="{FBB9E485-3B32-459A-95C0-394503759F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9613" y="5676731"/>
            <a:ext cx="6072414" cy="81132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472479" y="1721876"/>
            <a:ext cx="27494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Correspondence table</a:t>
            </a:r>
            <a:r>
              <a:rPr lang="en-US" dirty="0"/>
              <a:t>: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2736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249" y="325341"/>
            <a:ext cx="8453799" cy="4608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/>
          <p:nvPr/>
        </p:nvSpPr>
        <p:spPr>
          <a:xfrm>
            <a:off x="268598" y="5069686"/>
            <a:ext cx="583364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u="sng"/>
              <a:t>Example 3</a:t>
            </a:r>
            <a:r>
              <a:rPr lang="en-US" sz="3200" b="1"/>
              <a:t> – simplified forms</a:t>
            </a:r>
            <a:endParaRPr lang="en-US" sz="3200"/>
          </a:p>
        </p:txBody>
      </p:sp>
      <p:pic>
        <p:nvPicPr>
          <p:cNvPr id="5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12175" y="19470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267864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324544" y="434296"/>
            <a:ext cx="8229600" cy="1143000"/>
          </a:xfrm>
        </p:spPr>
        <p:txBody>
          <a:bodyPr/>
          <a:lstStyle/>
          <a:p>
            <a:r>
              <a:rPr lang="ro-RO" sz="3200" b="1" u="sng"/>
              <a:t>Moisil’s simplification method </a:t>
            </a:r>
            <a:r>
              <a:rPr lang="en-US" b="1" i="1"/>
              <a:t/>
            </a:r>
            <a:br>
              <a:rPr lang="en-US" b="1" i="1"/>
            </a:br>
            <a:endParaRPr lang="en-US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23528" y="1484784"/>
            <a:ext cx="7924800" cy="2880319"/>
          </a:xfrm>
          <a:prstGeom prst="rect">
            <a:avLst/>
          </a:prstGeom>
          <a:noFill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12175" y="38215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50309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028" y="490768"/>
            <a:ext cx="8229600" cy="202034"/>
          </a:xfrm>
        </p:spPr>
        <p:txBody>
          <a:bodyPr/>
          <a:lstStyle/>
          <a:p>
            <a:r>
              <a:rPr lang="en-US" sz="2400" b="1" u="sng" dirty="0"/>
              <a:t>Example 4</a:t>
            </a:r>
            <a:r>
              <a:rPr lang="en-US" sz="2400" dirty="0"/>
              <a:t>. Simplify the Boolean Function</a:t>
            </a: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23528" y="765169"/>
            <a:ext cx="7848600" cy="4154016"/>
          </a:xfrm>
          <a:prstGeom prst="rect">
            <a:avLst/>
          </a:prstGeom>
          <a:noFill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12175" y="0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37923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3538736" cy="634082"/>
          </a:xfrm>
        </p:spPr>
        <p:txBody>
          <a:bodyPr/>
          <a:lstStyle/>
          <a:p>
            <a:r>
              <a:rPr lang="en-US" sz="2400" b="1" u="sng"/>
              <a:t>Example 4</a:t>
            </a:r>
            <a:r>
              <a:rPr lang="en-US" sz="2400" b="1"/>
              <a:t> (contd.)</a:t>
            </a:r>
            <a:endParaRPr lang="en-US" sz="2400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7816" y="993586"/>
            <a:ext cx="6833063" cy="4440526"/>
          </a:xfrm>
          <a:prstGeom prst="rect">
            <a:avLst/>
          </a:prstGeom>
          <a:noFill/>
        </p:spPr>
      </p:pic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0887" y="511646"/>
            <a:ext cx="4267200" cy="474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12175" y="1772816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854613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767" y="0"/>
            <a:ext cx="8229600" cy="634082"/>
          </a:xfrm>
        </p:spPr>
        <p:txBody>
          <a:bodyPr/>
          <a:lstStyle/>
          <a:p>
            <a:r>
              <a:rPr lang="en-US" sz="2800" b="1" u="sng" dirty="0"/>
              <a:t>Example 4</a:t>
            </a:r>
            <a:r>
              <a:rPr lang="en-US" sz="2800" b="1" dirty="0"/>
              <a:t> (contd.)</a:t>
            </a:r>
            <a:endParaRPr lang="en-US" sz="2800" dirty="0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3668" y="634082"/>
            <a:ext cx="8382000" cy="5625263"/>
          </a:xfrm>
          <a:prstGeom prst="rect">
            <a:avLst/>
          </a:prstGeom>
          <a:noFill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12175" y="0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799639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8454" y="115044"/>
            <a:ext cx="8229600" cy="562074"/>
          </a:xfrm>
        </p:spPr>
        <p:txBody>
          <a:bodyPr/>
          <a:lstStyle/>
          <a:p>
            <a:r>
              <a:rPr lang="en-US" sz="2800" b="1" u="sng" dirty="0"/>
              <a:t>Example 4</a:t>
            </a:r>
            <a:r>
              <a:rPr lang="en-US" sz="2800" b="1" dirty="0"/>
              <a:t> (contd.)</a:t>
            </a:r>
            <a:endParaRPr lang="en-US" sz="2800" dirty="0"/>
          </a:p>
        </p:txBody>
      </p:sp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896" y="697531"/>
            <a:ext cx="7696200" cy="57308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8054" y="0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247717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693" y="278554"/>
            <a:ext cx="6120679" cy="6543675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12175" y="0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54035543"/>
      </p:ext>
    </p:extLst>
  </p:cSld>
  <p:clrMapOvr>
    <a:masterClrMapping/>
  </p:clrMapOvr>
</p:sld>
</file>

<file path=ppt/theme/theme1.xml><?xml version="1.0" encoding="utf-8"?>
<a:theme xmlns:a="http://schemas.openxmlformats.org/drawingml/2006/main" name="Diseño predeterminado">
  <a:themeElements>
    <a:clrScheme name="Diseño predeterminad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iseño predeterminado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Diseño predeterminad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C23ED583A30E24F8919E2C8E1A2CFE0" ma:contentTypeVersion="4" ma:contentTypeDescription="Create a new document." ma:contentTypeScope="" ma:versionID="7feb08bea3aa909d016566500630529d">
  <xsd:schema xmlns:xsd="http://www.w3.org/2001/XMLSchema" xmlns:xs="http://www.w3.org/2001/XMLSchema" xmlns:p="http://schemas.microsoft.com/office/2006/metadata/properties" xmlns:ns2="84f5ebbe-e4a1-4f2d-be05-153acf23f567" targetNamespace="http://schemas.microsoft.com/office/2006/metadata/properties" ma:root="true" ma:fieldsID="01a82f6b989f4ac5c864eaf32f03f552" ns2:_="">
    <xsd:import namespace="84f5ebbe-e4a1-4f2d-be05-153acf23f56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4f5ebbe-e4a1-4f2d-be05-153acf23f56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4F27F8A-F09F-43E1-8A57-1233E904317C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210B8C6D-F88E-4927-B5D3-38E5C9B0D819}"/>
</file>

<file path=customXml/itemProps3.xml><?xml version="1.0" encoding="utf-8"?>
<ds:datastoreItem xmlns:ds="http://schemas.openxmlformats.org/officeDocument/2006/customXml" ds:itemID="{3018DED9-C330-46F2-9CCC-6FAA76A1741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1682</TotalTime>
  <Words>109</Words>
  <Application>Microsoft Office PowerPoint</Application>
  <PresentationFormat>On-screen Show (4:3)</PresentationFormat>
  <Paragraphs>24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4" baseType="lpstr">
      <vt:lpstr>Arial</vt:lpstr>
      <vt:lpstr>Diseño predeterminado</vt:lpstr>
      <vt:lpstr>Quine-Mc’Clusky’s   and  Moisil’s        simplification methods</vt:lpstr>
      <vt:lpstr>PowerPoint Presentation</vt:lpstr>
      <vt:lpstr>PowerPoint Presentation</vt:lpstr>
      <vt:lpstr>Quine’s method</vt:lpstr>
      <vt:lpstr>Quine’s Method –description (I)</vt:lpstr>
      <vt:lpstr>Quine’s Method –description (II)</vt:lpstr>
      <vt:lpstr>Quine’s Method –description (III)</vt:lpstr>
      <vt:lpstr>Example 1. Simplify the Boolean Function</vt:lpstr>
      <vt:lpstr>Example 1 (contd.)</vt:lpstr>
      <vt:lpstr>Example 2. Simplify the Boolean Function</vt:lpstr>
      <vt:lpstr>Example 2 – Factorization process</vt:lpstr>
      <vt:lpstr>Example 2 (contd.)</vt:lpstr>
      <vt:lpstr>Example 3. Simplify the Boolean Function</vt:lpstr>
      <vt:lpstr>PowerPoint Presentation</vt:lpstr>
      <vt:lpstr>Example 3 – Central Monoms</vt:lpstr>
      <vt:lpstr>PowerPoint Presentation</vt:lpstr>
      <vt:lpstr>Moisil’s simplification method  </vt:lpstr>
      <vt:lpstr>Example 4. Simplify the Boolean Function</vt:lpstr>
      <vt:lpstr>Example 4 (contd.)</vt:lpstr>
      <vt:lpstr>Example 4 (contd.)</vt:lpstr>
      <vt:lpstr>Example 4 (contd.)</vt:lpstr>
      <vt:lpstr>PowerPoint Presentation</vt:lpstr>
    </vt:vector>
  </TitlesOfParts>
  <Company>Toshiba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Mariajose</dc:creator>
  <cp:lastModifiedBy>Windows User</cp:lastModifiedBy>
  <cp:revision>12</cp:revision>
  <dcterms:created xsi:type="dcterms:W3CDTF">2010-05-23T14:28:12Z</dcterms:created>
  <dcterms:modified xsi:type="dcterms:W3CDTF">2022-12-20T18:44:34Z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0x010100FC23ED583A30E24F8919E2C8E1A2CFE0</vt:lpwstr>
  </property>
</Properties>
</file>