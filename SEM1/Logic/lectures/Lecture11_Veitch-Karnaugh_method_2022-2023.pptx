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77" r:id="rId3"/>
    <p:sldId id="279" r:id="rId4"/>
    <p:sldId id="303" r:id="rId5"/>
    <p:sldId id="280" r:id="rId6"/>
    <p:sldId id="281" r:id="rId7"/>
    <p:sldId id="282" r:id="rId8"/>
    <p:sldId id="283" r:id="rId9"/>
    <p:sldId id="302" r:id="rId10"/>
    <p:sldId id="292" r:id="rId11"/>
    <p:sldId id="286" r:id="rId12"/>
    <p:sldId id="288" r:id="rId13"/>
    <p:sldId id="287" r:id="rId14"/>
    <p:sldId id="290" r:id="rId15"/>
    <p:sldId id="291" r:id="rId16"/>
    <p:sldId id="289" r:id="rId17"/>
    <p:sldId id="293" r:id="rId18"/>
    <p:sldId id="294" r:id="rId19"/>
    <p:sldId id="295" r:id="rId20"/>
    <p:sldId id="305" r:id="rId21"/>
    <p:sldId id="306" r:id="rId22"/>
    <p:sldId id="298" r:id="rId23"/>
    <p:sldId id="299" r:id="rId24"/>
    <p:sldId id="308" r:id="rId25"/>
    <p:sldId id="307" r:id="rId26"/>
    <p:sldId id="301" r:id="rId2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26" autoAdjust="0"/>
    <p:restoredTop sz="94660"/>
  </p:normalViewPr>
  <p:slideViewPr>
    <p:cSldViewPr>
      <p:cViewPr varScale="1">
        <p:scale>
          <a:sx n="92" d="100"/>
          <a:sy n="92" d="100"/>
        </p:scale>
        <p:origin x="86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463" y="1174750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CBDE4-E2E1-41D4-8BCC-B84BF76AB1AC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81475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B6D3DBF-146D-4070-876B-4050E58DF8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730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1BD201D-D279-4C6C-90AE-28E291AB790C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434705C-A37F-4A9D-8481-A71BAC1F8B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9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2875" y="1169988"/>
            <a:ext cx="2286000" cy="381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622865-FC9B-4BED-9009-A9B7CF323C81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076" y="4178300"/>
            <a:ext cx="3657600" cy="384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A56E197-A542-47A8-8428-E8ECB7996B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157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78897E-FE8F-40C4-9D6D-BDB021FE0BBA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59AC6A-C5ED-4D04-A453-191AA9CCF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389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6B554A-AED6-4644-A533-C6E4F9D1B9E2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EF045E-6D80-4D40-8536-5C754F1956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0B312F68-6F53-411A-B46E-9C576D6DC445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F44105B-97A1-4B22-A58F-0A7F153A8B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987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8765D-0E40-4601-9F19-53384B53812F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58D53-F44E-4209-B5D5-045045111A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46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Straight Connector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252E8DC-CFB8-45BF-9B59-B16DE6188751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116B6D8-F3E0-463C-A343-37C1651E6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9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16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18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20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CD435F7B-89BA-4AEB-8847-0E97035205A1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1CF73C4-D3DC-4B67-9A7B-ACFCE8C74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75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2D6E5-6378-4B8A-9834-AA715042D83A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AD8092-93DB-4D30-84C7-BE993A0E79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0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FC19CF-C531-48A4-AFA3-FF821EFF00A8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0ED84-11EF-4A85-8BFB-D9777126CF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5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03E693B-30E0-4DB1-B6DF-75D7820BB5CE}" type="datetimeFigureOut">
              <a:rPr lang="en-US"/>
              <a:pPr>
                <a:defRPr/>
              </a:pPr>
              <a:t>12/15/2022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 smtClean="0">
                <a:solidFill>
                  <a:srgbClr val="FFFFFF"/>
                </a:solidFill>
                <a:latin typeface="Century Schoolbook" panose="02040604050505020304" pitchFamily="18" charset="0"/>
              </a:defRPr>
            </a:lvl1pPr>
          </a:lstStyle>
          <a:p>
            <a:pPr>
              <a:defRPr/>
            </a:pPr>
            <a:fld id="{8AF05010-CFEF-43E7-9010-6B78D48270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66" r:id="rId4"/>
    <p:sldLayoutId id="2147483967" r:id="rId5"/>
    <p:sldLayoutId id="2147483974" r:id="rId6"/>
    <p:sldLayoutId id="2147483968" r:id="rId7"/>
    <p:sldLayoutId id="2147483975" r:id="rId8"/>
    <p:sldLayoutId id="2147483976" r:id="rId9"/>
    <p:sldLayoutId id="2147483969" r:id="rId10"/>
    <p:sldLayoutId id="214748397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anose="05000000000000000000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anose="05000000000000000000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anose="05020102010507070707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362200"/>
            <a:ext cx="7086600" cy="1524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Simplification of Boolean Functions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	</a:t>
            </a:r>
            <a:endParaRPr lang="en-US" dirty="0"/>
          </a:p>
        </p:txBody>
      </p:sp>
      <p:sp>
        <p:nvSpPr>
          <p:cNvPr id="8195" name="Subtitle 2"/>
          <p:cNvSpPr>
            <a:spLocks noGrp="1"/>
          </p:cNvSpPr>
          <p:nvPr>
            <p:ph type="subTitle" idx="1"/>
          </p:nvPr>
        </p:nvSpPr>
        <p:spPr>
          <a:xfrm>
            <a:off x="2362200" y="3581400"/>
            <a:ext cx="6172200" cy="1371600"/>
          </a:xfrm>
        </p:spPr>
        <p:txBody>
          <a:bodyPr/>
          <a:lstStyle/>
          <a:p>
            <a:pPr eaLnBrk="1" hangingPunct="1"/>
            <a:r>
              <a:rPr lang="en-US" sz="2800" smtClean="0"/>
              <a:t>Veitch-Karnaugh diagrams</a:t>
            </a:r>
          </a:p>
        </p:txBody>
      </p:sp>
      <p:pic>
        <p:nvPicPr>
          <p:cNvPr id="819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11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Definitions (I)</a:t>
            </a:r>
            <a:endParaRPr lang="en-US" dirty="0"/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14400"/>
            <a:ext cx="77724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1421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Definitions (II)</a:t>
            </a:r>
            <a:endParaRPr lang="en-US" dirty="0"/>
          </a:p>
        </p:txBody>
      </p:sp>
      <p:pic>
        <p:nvPicPr>
          <p:cNvPr id="1024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550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90600"/>
            <a:ext cx="8089583" cy="518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73162"/>
          </a:xfrm>
        </p:spPr>
        <p:txBody>
          <a:bodyPr/>
          <a:lstStyle/>
          <a:p>
            <a:r>
              <a:rPr lang="en-US" sz="2800" b="1" u="sng" dirty="0"/>
              <a:t>Factorization</a:t>
            </a:r>
            <a:r>
              <a:rPr lang="en-US" sz="2800" b="1" dirty="0"/>
              <a:t> </a:t>
            </a:r>
            <a:r>
              <a:rPr lang="en-US" sz="2800" b="1" i="1" dirty="0"/>
              <a:t>- examples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47801"/>
            <a:ext cx="8000999" cy="30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49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Definitions (III)</a:t>
            </a:r>
            <a:endParaRPr lang="en-US" dirty="0"/>
          </a:p>
        </p:txBody>
      </p:sp>
      <p:sp>
        <p:nvSpPr>
          <p:cNvPr id="11267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23" y="990600"/>
            <a:ext cx="8077200" cy="5281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2222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smtClean="0"/>
              <a:t>Simplification of Boolean Functions</a:t>
            </a:r>
            <a:endParaRPr lang="en-US" b="1" u="sng" dirty="0"/>
          </a:p>
        </p:txBody>
      </p:sp>
      <p:sp>
        <p:nvSpPr>
          <p:cNvPr id="12291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76962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30163"/>
            <a:ext cx="6318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b="1" dirty="0" smtClean="0"/>
              <a:t>Simplification Algorithm</a:t>
            </a:r>
            <a:endParaRPr lang="en-US" sz="2400" b="1" dirty="0"/>
          </a:p>
        </p:txBody>
      </p:sp>
      <p:pic>
        <p:nvPicPr>
          <p:cNvPr id="13316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8" y="816725"/>
            <a:ext cx="7696200" cy="53768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b="1" u="sng" dirty="0" smtClean="0"/>
              <a:t>Simplification Methods</a:t>
            </a:r>
            <a:endParaRPr lang="en-US" b="1" u="sng" dirty="0"/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1905000"/>
            <a:ext cx="8077200" cy="3048000"/>
          </a:xfrm>
          <a:noFill/>
        </p:spPr>
      </p:pic>
      <p:pic>
        <p:nvPicPr>
          <p:cNvPr id="1434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238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5635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700" b="1" dirty="0" err="1" smtClean="0"/>
              <a:t>Veitch-Karnaugh</a:t>
            </a:r>
            <a:r>
              <a:rPr lang="en-US" sz="2700" b="1" dirty="0" smtClean="0"/>
              <a:t> </a:t>
            </a:r>
            <a:r>
              <a:rPr lang="en-US" sz="2700" dirty="0" smtClean="0"/>
              <a:t>Diagrams Method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609600"/>
            <a:ext cx="50180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391131" y="1879106"/>
            <a:ext cx="6781800" cy="1080490"/>
          </a:xfrm>
          <a:prstGeom prst="rect">
            <a:avLst/>
          </a:prstGeom>
        </p:spPr>
      </p:pic>
      <p:pic>
        <p:nvPicPr>
          <p:cNvPr id="15366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4825" y="-158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25" y="1317357"/>
            <a:ext cx="6797675" cy="5811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16" y="2959596"/>
            <a:ext cx="6792884" cy="12865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27" y="4246184"/>
            <a:ext cx="6794804" cy="192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00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762000"/>
            <a:ext cx="74676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 u="sng" dirty="0" err="1" smtClean="0"/>
              <a:t>Veitch-Karnaugh</a:t>
            </a:r>
            <a:r>
              <a:rPr lang="en-US" b="1" dirty="0" smtClean="0"/>
              <a:t> Diagrams Method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16387" name="Content Placeholder 4"/>
          <p:cNvSpPr>
            <a:spLocks noGrp="1"/>
          </p:cNvSpPr>
          <p:nvPr>
            <p:ph sz="quarter" idx="1"/>
          </p:nvPr>
        </p:nvSpPr>
        <p:spPr>
          <a:xfrm>
            <a:off x="457200" y="1679575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066800"/>
            <a:ext cx="78676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9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ro-RO" sz="2600" b="1" dirty="0" smtClean="0"/>
              <a:t>Examples of factorizations</a:t>
            </a:r>
            <a:r>
              <a:rPr lang="en-US" sz="2600" b="1" dirty="0" smtClean="0"/>
              <a:t> (I)</a:t>
            </a:r>
            <a:endParaRPr lang="en-US" sz="2600" dirty="0"/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1371600"/>
            <a:ext cx="7467600" cy="4584700"/>
          </a:xfrm>
          <a:noFill/>
        </p:spPr>
      </p:pic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(II)</a:t>
            </a:r>
            <a:endParaRPr lang="en-US" dirty="0"/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1143000"/>
            <a:ext cx="7467600" cy="4684713"/>
          </a:xfrm>
          <a:noFill/>
        </p:spPr>
      </p:pic>
      <p:pic>
        <p:nvPicPr>
          <p:cNvPr id="1843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323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(III)</a:t>
            </a:r>
            <a:endParaRPr lang="en-US" dirty="0"/>
          </a:p>
        </p:txBody>
      </p:sp>
      <p:pic>
        <p:nvPicPr>
          <p:cNvPr id="19459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905000"/>
            <a:ext cx="7467600" cy="4648200"/>
          </a:xfrm>
          <a:noFill/>
        </p:spPr>
      </p:pic>
      <p:pic>
        <p:nvPicPr>
          <p:cNvPr id="1946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762000"/>
            <a:ext cx="7162800" cy="117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(IV)</a:t>
            </a:r>
            <a:endParaRPr lang="en-US" dirty="0"/>
          </a:p>
        </p:txBody>
      </p:sp>
      <p:pic>
        <p:nvPicPr>
          <p:cNvPr id="2048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76400"/>
            <a:ext cx="6526213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858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b="1" dirty="0" smtClean="0"/>
              <a:t>Examples of factorizations</a:t>
            </a:r>
            <a:r>
              <a:rPr lang="en-US" b="1" dirty="0" smtClean="0"/>
              <a:t> (V)</a:t>
            </a: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762000"/>
            <a:ext cx="65532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905000"/>
            <a:ext cx="6608763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22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868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 smtClean="0"/>
              <a:t>Veitch-Karnaugh</a:t>
            </a:r>
            <a:r>
              <a:rPr lang="en-US" dirty="0" smtClean="0"/>
              <a:t> Diagrams Method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2531" name="Content Placeholder 3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625"/>
          </a:xfrm>
        </p:spPr>
        <p:txBody>
          <a:bodyPr/>
          <a:lstStyle/>
          <a:p>
            <a:endParaRPr lang="en-US" smtClean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086725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3225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1</a:t>
            </a:r>
            <a:r>
              <a:rPr lang="en-US" b="1" dirty="0" smtClean="0"/>
              <a:t>. </a:t>
            </a:r>
            <a:r>
              <a:rPr lang="en-US" sz="2400" b="1" dirty="0" smtClean="0"/>
              <a:t>simplify the Boolean function</a:t>
            </a:r>
            <a:r>
              <a:rPr lang="en-US" sz="2400" dirty="0" smtClean="0"/>
              <a:t>:</a:t>
            </a:r>
            <a:endParaRPr lang="en-US" sz="2400" dirty="0"/>
          </a:p>
        </p:txBody>
      </p:sp>
      <p:pic>
        <p:nvPicPr>
          <p:cNvPr id="2355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75438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0" y="6985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1 </a:t>
            </a:r>
            <a:r>
              <a:rPr lang="en-US" sz="3200" b="1" dirty="0" smtClean="0"/>
              <a:t>– </a:t>
            </a:r>
            <a:r>
              <a:rPr lang="en-US" sz="2400" b="1" dirty="0" smtClean="0"/>
              <a:t>Factorization process</a:t>
            </a:r>
            <a:endParaRPr lang="en-US" sz="2400" b="1" dirty="0"/>
          </a:p>
        </p:txBody>
      </p:sp>
      <p:pic>
        <p:nvPicPr>
          <p:cNvPr id="2457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1219200"/>
            <a:ext cx="7629525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3713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1</a:t>
            </a:r>
            <a:r>
              <a:rPr lang="en-US" sz="2400" b="1" dirty="0" smtClean="0"/>
              <a:t>(contd.)</a:t>
            </a:r>
            <a:endParaRPr lang="en-US" sz="2400" b="1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066800"/>
            <a:ext cx="7924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53975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 smtClean="0"/>
              <a:t>Example 2. simplify the Boolean function</a:t>
            </a:r>
            <a:r>
              <a:rPr lang="en-US" sz="2600" dirty="0" smtClean="0"/>
              <a:t>:</a:t>
            </a:r>
            <a:endParaRPr lang="en-US" sz="2600" dirty="0"/>
          </a:p>
        </p:txBody>
      </p:sp>
      <p:pic>
        <p:nvPicPr>
          <p:cNvPr id="2662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460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836815"/>
            <a:ext cx="4191000" cy="4638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1300641"/>
            <a:ext cx="4876800" cy="73072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209800"/>
            <a:ext cx="2743200" cy="24003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9390" y="2209800"/>
            <a:ext cx="5277371" cy="22479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731873"/>
            <a:ext cx="5417820" cy="142436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6190" y="2164790"/>
            <a:ext cx="1678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Representation:</a:t>
            </a:r>
          </a:p>
        </p:txBody>
      </p:sp>
    </p:spTree>
    <p:extLst>
      <p:ext uri="{BB962C8B-B14F-4D97-AF65-F5344CB8AC3E}">
        <p14:creationId xmlns:p14="http://schemas.microsoft.com/office/powerpoint/2010/main" val="18605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035" y="0"/>
            <a:ext cx="7467600" cy="715962"/>
          </a:xfrm>
        </p:spPr>
        <p:txBody>
          <a:bodyPr/>
          <a:lstStyle/>
          <a:p>
            <a:pPr>
              <a:defRPr/>
            </a:pPr>
            <a:r>
              <a:rPr lang="en-US" sz="2800" b="1" dirty="0" smtClean="0"/>
              <a:t>Example 2- </a:t>
            </a:r>
            <a:r>
              <a:rPr lang="en-US" sz="2400" b="1" dirty="0" smtClean="0"/>
              <a:t>Simplified forms</a:t>
            </a:r>
            <a:endParaRPr lang="en-US" sz="2400" b="1" dirty="0"/>
          </a:p>
        </p:txBody>
      </p:sp>
      <p:pic>
        <p:nvPicPr>
          <p:cNvPr id="2765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38" y="861436"/>
            <a:ext cx="7848600" cy="194470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034" y="2939749"/>
            <a:ext cx="3524365" cy="29705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2806145"/>
            <a:ext cx="3581400" cy="3058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1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 smtClean="0"/>
              <a:t>Example 3. simplify the Boolean function</a:t>
            </a:r>
            <a:endParaRPr lang="en-US" sz="2600" b="1" dirty="0"/>
          </a:p>
        </p:txBody>
      </p:sp>
      <p:pic>
        <p:nvPicPr>
          <p:cNvPr id="2867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66800"/>
            <a:ext cx="7452986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84138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7921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4. simplify the Boolean function</a:t>
            </a:r>
            <a:endParaRPr lang="en-US" sz="2600" dirty="0"/>
          </a:p>
        </p:txBody>
      </p:sp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924800" cy="639762"/>
          </a:xfrm>
        </p:spPr>
        <p:txBody>
          <a:bodyPr/>
          <a:lstStyle/>
          <a:p>
            <a:pPr>
              <a:defRPr/>
            </a:pPr>
            <a:r>
              <a:rPr lang="en-US" sz="2600" b="1" u="sng" dirty="0" smtClean="0"/>
              <a:t>Example 4</a:t>
            </a:r>
            <a:r>
              <a:rPr lang="en-US" sz="2600" b="1" dirty="0" smtClean="0"/>
              <a:t>. simplify the Boolean function</a:t>
            </a:r>
            <a:endParaRPr lang="en-US" sz="2600" dirty="0"/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30163"/>
            <a:ext cx="6318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35" y="1066800"/>
            <a:ext cx="4724400" cy="10584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371600"/>
            <a:ext cx="3022604" cy="40331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35" y="2620685"/>
            <a:ext cx="4724400" cy="15350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048" y="4419600"/>
            <a:ext cx="5181239" cy="90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0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349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600" b="1" dirty="0" smtClean="0"/>
              <a:t>Example 4 (contd.)</a:t>
            </a:r>
            <a:endParaRPr lang="en-US" sz="2600" dirty="0"/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1175" y="-7938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73" y="784224"/>
            <a:ext cx="4015927" cy="53897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371" y="784224"/>
            <a:ext cx="3910356" cy="531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28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9762"/>
          </a:xfrm>
        </p:spPr>
        <p:txBody>
          <a:bodyPr/>
          <a:lstStyle/>
          <a:p>
            <a:pPr>
              <a:defRPr/>
            </a:pPr>
            <a:r>
              <a:rPr lang="en-US" sz="2600" b="1" dirty="0" smtClean="0"/>
              <a:t>Example 4 (contd.)</a:t>
            </a:r>
            <a:endParaRPr lang="en-US" sz="2600" dirty="0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192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6088" y="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3ED583A30E24F8919E2C8E1A2CFE0" ma:contentTypeVersion="4" ma:contentTypeDescription="Create a new document." ma:contentTypeScope="" ma:versionID="7feb08bea3aa909d016566500630529d">
  <xsd:schema xmlns:xsd="http://www.w3.org/2001/XMLSchema" xmlns:xs="http://www.w3.org/2001/XMLSchema" xmlns:p="http://schemas.microsoft.com/office/2006/metadata/properties" xmlns:ns2="84f5ebbe-e4a1-4f2d-be05-153acf23f567" targetNamespace="http://schemas.microsoft.com/office/2006/metadata/properties" ma:root="true" ma:fieldsID="01a82f6b989f4ac5c864eaf32f03f552" ns2:_="">
    <xsd:import namespace="84f5ebbe-e4a1-4f2d-be05-153acf23f5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f5ebbe-e4a1-4f2d-be05-153acf23f5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B760C4-CFA1-4C61-9925-864FE45B3C16}"/>
</file>

<file path=customXml/itemProps2.xml><?xml version="1.0" encoding="utf-8"?>
<ds:datastoreItem xmlns:ds="http://schemas.openxmlformats.org/officeDocument/2006/customXml" ds:itemID="{E2952ECE-CADB-4015-9286-6475AD2AC304}"/>
</file>

<file path=customXml/itemProps3.xml><?xml version="1.0" encoding="utf-8"?>
<ds:datastoreItem xmlns:ds="http://schemas.openxmlformats.org/officeDocument/2006/customXml" ds:itemID="{5DDFC79A-6061-45F4-859A-F11D30825FDC}"/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9495</TotalTime>
  <Words>129</Words>
  <Application>Microsoft Office PowerPoint</Application>
  <PresentationFormat>On-screen Show (4:3)</PresentationFormat>
  <Paragraphs>28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Century Schoolbook</vt:lpstr>
      <vt:lpstr>Wingdings</vt:lpstr>
      <vt:lpstr>Wingdings 2</vt:lpstr>
      <vt:lpstr>Oriel</vt:lpstr>
      <vt:lpstr>Simplification of Boolean Functions    </vt:lpstr>
      <vt:lpstr>Definitions (I)</vt:lpstr>
      <vt:lpstr>Definitions (II)</vt:lpstr>
      <vt:lpstr>Factorization - examples  </vt:lpstr>
      <vt:lpstr>Definitions (III)</vt:lpstr>
      <vt:lpstr>Simplification of Boolean Functions</vt:lpstr>
      <vt:lpstr>Simplification Algorithm</vt:lpstr>
      <vt:lpstr>Simplification Methods</vt:lpstr>
      <vt:lpstr>Veitch-Karnaugh Diagrams Method </vt:lpstr>
      <vt:lpstr>Veitch-Karnaugh Diagrams Method </vt:lpstr>
      <vt:lpstr>Examples of factorizations (I)</vt:lpstr>
      <vt:lpstr>Examples of factorizations (II)</vt:lpstr>
      <vt:lpstr>Examples of factorizations (III)</vt:lpstr>
      <vt:lpstr>Examples of factorizations (IV)</vt:lpstr>
      <vt:lpstr>Examples of factorizations (V)</vt:lpstr>
      <vt:lpstr>Veitch-Karnaugh Diagrams Method </vt:lpstr>
      <vt:lpstr>Example 1. simplify the Boolean function:</vt:lpstr>
      <vt:lpstr>Example 1 – Factorization process</vt:lpstr>
      <vt:lpstr>Example 1(contd.)</vt:lpstr>
      <vt:lpstr>Example 2. simplify the Boolean function:</vt:lpstr>
      <vt:lpstr>Example 2- Simplified forms</vt:lpstr>
      <vt:lpstr>Example 3. simplify the Boolean function</vt:lpstr>
      <vt:lpstr>Example 4. simplify the Boolean function</vt:lpstr>
      <vt:lpstr>Example 4. simplify the Boolean function</vt:lpstr>
      <vt:lpstr>Example 4 (contd.)</vt:lpstr>
      <vt:lpstr>Example 4 (contd.)</vt:lpstr>
    </vt:vector>
  </TitlesOfParts>
  <Company>Grizli777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First-order (predicate) Logic</dc:title>
  <dc:creator>LEN</dc:creator>
  <cp:lastModifiedBy>Windows User</cp:lastModifiedBy>
  <cp:revision>230</cp:revision>
  <dcterms:created xsi:type="dcterms:W3CDTF">2017-10-28T06:03:07Z</dcterms:created>
  <dcterms:modified xsi:type="dcterms:W3CDTF">2022-12-15T13:51:46Z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0x010100FC23ED583A30E24F8919E2C8E1A2CFE0</vt:lpwstr>
  </property>
</Properties>
</file>